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6176084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6176084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6176084a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6176084a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176084a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176084a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6176084a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6176084a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25c59d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25c59d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e25c59d8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e25c59d8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e25c59d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e25c59d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e25c59d8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e25c59d8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25c59d8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25c59d8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25c59d8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25c59d8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068025" y="-2062625"/>
            <a:ext cx="5138100" cy="92741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1330350" y="2293450"/>
            <a:ext cx="7563300" cy="15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D9D9D9"/>
                </a:solidFill>
              </a:rPr>
              <a:t>2025    Hackathon </a:t>
            </a:r>
            <a:endParaRPr sz="6000">
              <a:solidFill>
                <a:srgbClr val="D9D9D9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95225" y="4038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D9D9D9"/>
                </a:solidFill>
              </a:rPr>
              <a:t>Team 6: Isaac Reaves, Nate Barton, Ethan Wise, &amp; Cameron Hugg</a:t>
            </a:r>
            <a:endParaRPr sz="25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7689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1 - LIDAR Roadmap Detection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998725" y="1271300"/>
            <a:ext cx="57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used a CNN (Convolutional Neural Network) to train our model and it used 6 different images (4 from the LIDAR Dataset and 2 from the Elevation Dataset). The images were preprocessed to reduce memory usage, by reducing our sample size to only images of 256x256 pixels with roads in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3587725"/>
            <a:ext cx="2475900" cy="15558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-10799713">
            <a:off x="5545208" y="159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125" y="2376009"/>
            <a:ext cx="2085875" cy="2570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47000" y="326200"/>
            <a:ext cx="149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918575" y="1152475"/>
            <a:ext cx="222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TensorFlow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Numpy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Rasterio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SKLearn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PyTorch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-1875" y="3101200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 rot="-10799713">
            <a:off x="5545208" y="159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463525" y="2846225"/>
            <a:ext cx="2130100" cy="21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69800" y="1152475"/>
            <a:ext cx="2535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CNN autoencoder 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Unet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4104600" y="326200"/>
            <a:ext cx="149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46450" y="309225"/>
            <a:ext cx="247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451250" y="1207875"/>
            <a:ext cx="5074800" cy="31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AWS environment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Crashing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Too large of data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Too high of resolution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Insane runtimes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Memory management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 rot="-10799713">
            <a:off x="5545208" y="159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-1875" y="3101200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5" y="220750"/>
            <a:ext cx="2503400" cy="25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IMG_4108.jpg"/>
          <p:cNvPicPr preferRelativeResize="0"/>
          <p:nvPr/>
        </p:nvPicPr>
        <p:blipFill rotWithShape="1">
          <a:blip r:embed="rId4">
            <a:alphaModFix/>
          </a:blip>
          <a:srcRect b="18182" l="10265" r="38047" t="30901"/>
          <a:stretch/>
        </p:blipFill>
        <p:spPr>
          <a:xfrm>
            <a:off x="6388350" y="3840400"/>
            <a:ext cx="1968900" cy="92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6"/>
          <p:cNvCxnSpPr/>
          <p:nvPr/>
        </p:nvCxnSpPr>
        <p:spPr>
          <a:xfrm>
            <a:off x="5743200" y="2574700"/>
            <a:ext cx="1833300" cy="1782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216050" y="385800"/>
            <a:ext cx="268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375550" y="1574700"/>
            <a:ext cx="524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Made our own Notebook with more Gigabytes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Switched </a:t>
            </a:r>
            <a:r>
              <a:rPr lang="en" sz="2000">
                <a:solidFill>
                  <a:schemeClr val="dk1"/>
                </a:solidFill>
              </a:rPr>
              <a:t>environments (PaperSpace)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Eliminated </a:t>
            </a:r>
            <a:r>
              <a:rPr lang="en" sz="2000">
                <a:solidFill>
                  <a:schemeClr val="dk1"/>
                </a:solidFill>
              </a:rPr>
              <a:t>unnecessary</a:t>
            </a:r>
            <a:r>
              <a:rPr lang="en" sz="2000">
                <a:solidFill>
                  <a:schemeClr val="dk1"/>
                </a:solidFill>
              </a:rPr>
              <a:t> parts of the image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Lowered the resolution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-1875" y="3101200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 rot="-10799713">
            <a:off x="5545208" y="159"/>
            <a:ext cx="3598800" cy="20709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50" y="152400"/>
            <a:ext cx="25336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5534450" y="2095250"/>
            <a:ext cx="273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</a:t>
            </a:r>
            <a:r>
              <a:rPr lang="en"/>
              <a:t>Snippets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76950" y="1170125"/>
            <a:ext cx="388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Normalizes the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8" title="image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2375"/>
            <a:ext cx="4640700" cy="232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4809650" y="3796800"/>
            <a:ext cx="418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Subsets the image into 256x256 </a:t>
            </a:r>
            <a:r>
              <a:rPr lang="en" sz="1800">
                <a:solidFill>
                  <a:schemeClr val="dk1"/>
                </a:solidFill>
              </a:rPr>
              <a:t>pieces</a:t>
            </a:r>
            <a:r>
              <a:rPr lang="en" sz="1800">
                <a:solidFill>
                  <a:schemeClr val="dk1"/>
                </a:solidFill>
              </a:rPr>
              <a:t> to more </a:t>
            </a:r>
            <a:r>
              <a:rPr lang="en" sz="1800">
                <a:solidFill>
                  <a:schemeClr val="dk1"/>
                </a:solidFill>
              </a:rPr>
              <a:t>easily</a:t>
            </a:r>
            <a:r>
              <a:rPr lang="en" sz="1800">
                <a:solidFill>
                  <a:schemeClr val="dk1"/>
                </a:solidFill>
              </a:rPr>
              <a:t> manage and train the model with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5" name="Google Shape;105;p18" title="image (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"/>
            <a:ext cx="9143999" cy="9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145025" y="2926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Snippets Cont.</a:t>
            </a:r>
            <a:endParaRPr/>
          </a:p>
        </p:txBody>
      </p:sp>
      <p:pic>
        <p:nvPicPr>
          <p:cNvPr id="111" name="Google Shape;111;p19" title="Screenshot 2025-03-29 1610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550" y="1017725"/>
            <a:ext cx="7644900" cy="28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749550" y="3992900"/>
            <a:ext cx="7644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Takes our subsetted images and </a:t>
            </a:r>
            <a:r>
              <a:rPr lang="en" sz="1700">
                <a:solidFill>
                  <a:schemeClr val="dk1"/>
                </a:solidFill>
              </a:rPr>
              <a:t>deciphers</a:t>
            </a:r>
            <a:r>
              <a:rPr lang="en" sz="1700">
                <a:solidFill>
                  <a:schemeClr val="dk1"/>
                </a:solidFill>
              </a:rPr>
              <a:t> whether or not the subsetted image contains a road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18" name="Google Shape;118;p2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075" y="1195400"/>
            <a:ext cx="383022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02" y="1195400"/>
            <a:ext cx="39146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25" name="Google Shape;125;p21" title="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70125"/>
            <a:ext cx="394302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 title="image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221" y="1170125"/>
            <a:ext cx="387662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6684100" y="1284450"/>
            <a:ext cx="1901100" cy="103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</a:t>
            </a:r>
            <a:endParaRPr/>
          </a:p>
        </p:txBody>
      </p:sp>
      <p:pic>
        <p:nvPicPr>
          <p:cNvPr id="133" name="Google Shape;133;p22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170125"/>
            <a:ext cx="374045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imag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6256" y="1170125"/>
            <a:ext cx="44797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850" y="1152475"/>
            <a:ext cx="8520600" cy="3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would we have done differently if we got to </a:t>
            </a:r>
            <a:r>
              <a:rPr lang="en">
                <a:solidFill>
                  <a:schemeClr val="dk1"/>
                </a:solidFill>
              </a:rPr>
              <a:t>start over</a:t>
            </a:r>
            <a:r>
              <a:rPr lang="en">
                <a:solidFill>
                  <a:schemeClr val="dk1"/>
                </a:solidFill>
              </a:rPr>
              <a:t> with everything we know now?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Commit to </a:t>
            </a:r>
            <a:r>
              <a:rPr lang="en">
                <a:solidFill>
                  <a:schemeClr val="dk1"/>
                </a:solidFill>
              </a:rPr>
              <a:t>different</a:t>
            </a:r>
            <a:r>
              <a:rPr lang="en">
                <a:solidFill>
                  <a:schemeClr val="dk1"/>
                </a:solidFill>
              </a:rPr>
              <a:t> development </a:t>
            </a:r>
            <a:r>
              <a:rPr lang="en">
                <a:solidFill>
                  <a:schemeClr val="dk1"/>
                </a:solidFill>
              </a:rPr>
              <a:t>environment</a:t>
            </a:r>
            <a:r>
              <a:rPr lang="en">
                <a:solidFill>
                  <a:schemeClr val="dk1"/>
                </a:solidFill>
              </a:rPr>
              <a:t> earlier 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Define a clearer roadmap for work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Focus on getting our model out as soon as possible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Overall, we learned a lot and it was a great experience!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17091" l="29362" r="29358" t="27036"/>
          <a:stretch/>
        </p:blipFill>
        <p:spPr>
          <a:xfrm>
            <a:off x="6965500" y="3074675"/>
            <a:ext cx="1788550" cy="16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 rot="-10799635">
            <a:off x="6320402" y="300"/>
            <a:ext cx="2823600" cy="17256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-1875" y="3694950"/>
            <a:ext cx="2823600" cy="1477200"/>
          </a:xfrm>
          <a:prstGeom prst="rtTriangle">
            <a:avLst/>
          </a:prstGeom>
          <a:gradFill>
            <a:gsLst>
              <a:gs pos="0">
                <a:srgbClr val="86DFEB"/>
              </a:gs>
              <a:gs pos="100000">
                <a:srgbClr val="2BB2C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